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8127797"/>
  <p:notesSz cx="8127797"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g.jpeg">    </p:cNvPr>
          <p:cNvPicPr>
            <a:picLocks noChangeAspect="1"/>
          </p:cNvPicPr>
          <p:nvPr/>
        </p:nvPicPr>
        <p:blipFill>
          <a:blip r:embed="rId1"/>
          <a:stretch>
            <a:fillRect/>
          </a:stretch>
        </p:blipFill>
        <p:spPr>
          <a:xfrm>
            <a:off x="0" y="0"/>
            <a:ext cx="12191695" cy="8127797"/>
          </a:xfrm>
          <a:prstGeom prst="rect">
            <a:avLst/>
          </a:prstGeom>
        </p:spPr>
      </p:pic>
      <p:sp>
        <p:nvSpPr>
          <p:cNvPr id="3" name="Shape 0"/>
          <p:cNvSpPr/>
          <p:nvPr/>
        </p:nvSpPr>
        <p:spPr>
          <a:xfrm>
            <a:off x="658796" y="2135134"/>
            <a:ext cx="10866166" cy="4579823"/>
          </a:xfrm>
          <a:prstGeom prst="rect">
            <a:avLst/>
          </a:prstGeom>
          <a:solidFill>
            <a:srgbClr val="F7F7F5"/>
          </a:solidFill>
          <a:ln/>
        </p:spPr>
      </p:sp>
      <p:pic>
        <p:nvPicPr>
          <p:cNvPr id="4" name="Image 1" descr="icon.png">    </p:cNvPr>
          <p:cNvPicPr>
            <a:picLocks noChangeAspect="1"/>
          </p:cNvPicPr>
          <p:nvPr/>
        </p:nvPicPr>
        <p:blipFill>
          <a:blip r:embed="rId2"/>
          <a:stretch>
            <a:fillRect/>
          </a:stretch>
        </p:blipFill>
        <p:spPr>
          <a:xfrm>
            <a:off x="9366016" y="2381190"/>
            <a:ext cx="2063698" cy="1904952"/>
          </a:xfrm>
          <a:prstGeom prst="rect">
            <a:avLst/>
          </a:prstGeom>
        </p:spPr>
      </p:pic>
      <p:sp>
        <p:nvSpPr>
          <p:cNvPr id="5" name="Text 1"/>
          <p:cNvSpPr txBox="1"/>
          <p:nvPr/>
        </p:nvSpPr>
        <p:spPr>
          <a:xfrm>
            <a:off x="849291" y="2246256"/>
            <a:ext cx="8421477" cy="3794760"/>
          </a:xfrm>
          <a:prstGeom prst="rect">
            <a:avLst/>
          </a:prstGeom>
          <a:noFill/>
          <a:ln/>
        </p:spPr>
        <p:txBody>
          <a:bodyPr wrap="square" lIns="0" tIns="0" rIns="0" bIns="0" rtlCol="0" anchor="t"/>
          <a:lstStyle/>
          <a:p>
            <a:pPr algn="l" indent="0" marL="0">
              <a:lnSpc>
                <a:spcPct val="125000"/>
              </a:lnSpc>
              <a:buNone/>
            </a:pPr>
            <a:r>
              <a:rPr lang="en-US" sz="1400" dirty="0">
                <a:solidFill>
                  <a:srgbClr val="2B2B2B"/>
                </a:solidFill>
                <a:latin typeface="Arial" pitchFamily="34" charset="0"/>
                <a:ea typeface="Arial" pitchFamily="34" charset="-122"/>
                <a:cs typeface="Arial" pitchFamily="34" charset="-120"/>
              </a:rPr>
              <a:t>This project focuses on the design and simulation of a digital even and odd parity generator using XOR gates. Parity is a simple error-detection technique used to identify bit errors during digital data transmission. An additional parity bit is generated and added to the original data so that the total number of 1s follows either an even or odd parity rule. The proposed circuit uses cascaded XOR gates to generate the required parity bit efficiently. For example, when the input data is 1011, which contains three 1s, the even parity generator produces a parity bit of 1, while the odd parity generator produces 0. The circuit is simulated using Logisim to verify its functionality and output. This project demonstrates how basic digital logic gates can be used to improve data reliability, with applications in data communication, computer networks, memory systems, and digital electronics. However, parity can detect only certain error patterns and is not sufficient for detecting all multiple-bit errors.</a:t>
            </a:r>
            <a:endParaRPr lang="en-US" sz="1400" dirty="0"/>
          </a:p>
        </p:txBody>
      </p:sp>
      <p:sp>
        <p:nvSpPr>
          <p:cNvPr id="6" name="Shape 2"/>
          <p:cNvSpPr/>
          <p:nvPr/>
        </p:nvSpPr>
        <p:spPr>
          <a:xfrm>
            <a:off x="849291" y="6326029"/>
            <a:ext cx="31749" cy="174621"/>
          </a:xfrm>
          <a:prstGeom prst="rect">
            <a:avLst/>
          </a:prstGeom>
          <a:solidFill>
            <a:srgbClr val="8C1D24"/>
          </a:solidFill>
          <a:ln/>
        </p:spPr>
      </p:sp>
      <p:sp>
        <p:nvSpPr>
          <p:cNvPr id="7" name="Text 3"/>
          <p:cNvSpPr txBox="1"/>
          <p:nvPr/>
        </p:nvSpPr>
        <p:spPr>
          <a:xfrm>
            <a:off x="960413" y="6286343"/>
            <a:ext cx="8421477" cy="253994"/>
          </a:xfrm>
          <a:prstGeom prst="rect">
            <a:avLst/>
          </a:prstGeom>
          <a:noFill/>
          <a:ln/>
        </p:spPr>
        <p:txBody>
          <a:bodyPr wrap="square" lIns="0" tIns="0" rIns="0" bIns="0" rtlCol="0" anchor="ctr"/>
          <a:lstStyle/>
          <a:p>
            <a:pPr algn="l" indent="0" marL="0">
              <a:buNone/>
            </a:pPr>
            <a:r>
              <a:rPr lang="en-US" sz="1350" b="1" dirty="0">
                <a:solidFill>
                  <a:srgbClr val="1A1A2E"/>
                </a:solidFill>
                <a:latin typeface="Arial" pitchFamily="34" charset="0"/>
                <a:ea typeface="Arial" pitchFamily="34" charset="-122"/>
                <a:cs typeface="Arial" pitchFamily="34" charset="-120"/>
              </a:rPr>
              <a:t>Keywords: </a:t>
            </a:r>
            <a:pPr algn="l" indent="0" marL="0">
              <a:buNone/>
            </a:pPr>
            <a:r>
              <a:rPr lang="en-US" sz="1350" dirty="0">
                <a:solidFill>
                  <a:srgbClr val="2B2B2B"/>
                </a:solidFill>
                <a:latin typeface="Arial" pitchFamily="34" charset="0"/>
                <a:ea typeface="Arial" pitchFamily="34" charset="-122"/>
                <a:cs typeface="Arial" pitchFamily="34" charset="-120"/>
              </a:rPr>
              <a:t>Parity Generator, XOR Gate, Error Detection, Digital Logic, Logisim</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2026-09-15T05:45:53Z</dcterms:created>
  <dcterms:modified xsi:type="dcterms:W3CDTF">2026-09-15T05:45:53Z</dcterms:modified>
</cp:coreProperties>
</file>