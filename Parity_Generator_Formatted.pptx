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10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65D"/>
                </a:solidFill>
                <a:latin typeface="Aptos Display"/>
              </a:defRPr>
            </a:pPr>
            <a:r>
              <a:t>Design and Simulation of Digital Even and Odd Parity Generator Using XOR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Project Title: Digital Even and Odd Parity Generator Using XOR Gates</a:t>
            </a:r>
            <a:endParaRPr lang="en-IN" dirty="0"/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endParaRPr dirty="0"/>
          </a:p>
          <a:p>
            <a:r>
              <a:rPr sz="1900" dirty="0"/>
              <a:t>Team Members &amp; Roll Numbers: </a:t>
            </a:r>
            <a:r>
              <a:rPr lang="en-IN" sz="1900" dirty="0"/>
              <a:t>Vineeth-2620080042</a:t>
            </a:r>
          </a:p>
          <a:p>
            <a:r>
              <a:rPr lang="en-IN" sz="1900" dirty="0"/>
              <a:t>Sreekar-2620030478</a:t>
            </a:r>
          </a:p>
          <a:p>
            <a:r>
              <a:rPr lang="en-IN" sz="1900" dirty="0"/>
              <a:t>Manideep-2620030406</a:t>
            </a:r>
          </a:p>
          <a:p>
            <a:r>
              <a:rPr lang="en-IN" sz="1900" dirty="0"/>
              <a:t>Ariharasudhan-2620030482</a:t>
            </a:r>
          </a:p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Guide: </a:t>
            </a:r>
            <a:r>
              <a:rPr lang="en-IN" sz="2000" dirty="0">
                <a:solidFill>
                  <a:srgbClr val="2D2D2D"/>
                </a:solidFill>
                <a:latin typeface="Aptos"/>
              </a:rPr>
              <a:t>Dr Venkat </a:t>
            </a:r>
            <a:r>
              <a:rPr lang="en-IN" sz="2000" dirty="0" err="1">
                <a:solidFill>
                  <a:srgbClr val="2D2D2D"/>
                </a:solidFill>
                <a:latin typeface="Aptos"/>
              </a:rPr>
              <a:t>Isampalli</a:t>
            </a:r>
            <a:endParaRPr lang="en-IN" sz="2000" dirty="0">
              <a:solidFill>
                <a:srgbClr val="2D2D2D"/>
              </a:solidFill>
              <a:latin typeface="Aptos"/>
            </a:endParaRP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Department of Electronics Engineering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Digital data can be corrupted by noise during transmission.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A parity bit is an extra bit added to data to help check data integrity.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This project demonstrates even and odd parity generation using cascaded XOR gates.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 circuit is tested through digital logic simulation.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Design even and odd parity generators using XOR gates.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Understand how XOR gates determine parity.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Generate the required parity bit for a given binary input.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Simulate and verify the circuit using Logisim.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Course Outcomes (COs)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CO1: Explain the role of parity in digital data communication.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CO2: Apply XOR logic to generate parity bits.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CO3: Develop a cascaded XOR logic circuit.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CO4: Simulate and verify circuit outputs using Logisim.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CO5: Identify applications and limitations of parity-based error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Components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Digital input bits (D₃, D₂, D₁, D₀)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XOR logic gates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Logic circuit simulator (Logisim)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Output indicator / LED (for observing the parity output)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Connecting wires and power source, as required by the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Binary Input Data → Cascaded XOR Gates → Parity Output (P)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 input bits are fed into a chain of XOR gates.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 final output indicates whether the input contains an odd or even number of 1s.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 parity bit can then be appended to the original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Circuit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 input data bits are applied to the XOR network.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Each XOR gate outputs 1 when its two inputs are different.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 cascaded XOR output is 1 when the input contains an odd number of 1s.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For even parity, use this output as the parity bit; for odd parity, use its complement.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Truth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XOR Gate: A ⊕ B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A = 0, B = 0 → Output = 0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A = 0, B = 1 → Output = 1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A = 1, B = 0 → Output = 1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A = 1, B = 1 → Output = 0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For input 1011, there are three 1s, so the XOR cascade output is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Logic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XOR cascade: X = D₃ ⊕ D₂ ⊕ D₁ ⊕ D₀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Even parity bit: Pₑ = X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Odd parity bit: Pₒ = NOT X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For input 1011, X = 1.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Therefore, even parity bit = 1 and odd parity bit =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Simulation /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Build the cascaded XOR circuit in Logisim.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Apply the test input D₃D₂D₁D₀ = 1011.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Calculate the output: 1 ⊕ 0 ⊕ 1 ⊕ 1 = 1.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Verify that the even parity output is 1 and the odd parity bit is 0.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Observe the output indicator to confirm the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Simple circuit with a small number of logic gates.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Fast and easy to implement.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Low-cost method for basic error detection.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Useful for learning XOR gates and digital circuit simulation.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Can be applied to both serial and parallel data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Parity cannot identify which bit is corrupted.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It cannot detect every multiple-bit error pattern.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It does not correct errors by itself.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Stronger methods, such as Hamming codes or CRC, may be needed for improved error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Applications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Error detection in data communication links.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Basic error-checking in computer networks and memory systems.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Teaching digital logic and XOR gate applications.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Future scope: extend the design to more input bits or combine it with stronger error-detection methods.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An even and odd parity generator was designed using cascaded XOR gates.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 circuit produces a parity output based on the number of 1s in the input.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 input 1011 gives an XOR output of 1, resulting in even parity bit 1 and odd parity bit 0.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 project demonstrates a simple digital method for checking data integrity.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t>Project Files /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Simulation tool: Logisim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Suggested project materials: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Circuit diagram of the cascaded XOR network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Logisim circuit file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Test cases and observed outputs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Project report and presentation</a:t>
            </a:r>
            <a:endParaRPr lang="en-IN" dirty="0"/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lang="en-IN" dirty="0"/>
              <a:t>GitHub Repository link -</a:t>
            </a:r>
            <a:endParaRPr dirty="0"/>
          </a:p>
          <a:p>
            <a:pPr marL="0" indent="0">
              <a:spcAft>
                <a:spcPts val="1000"/>
              </a:spcAft>
              <a:buNone/>
              <a:defRPr sz="1700">
                <a:solidFill>
                  <a:srgbClr val="2D2D2D"/>
                </a:solidFill>
                <a:latin typeface="Aptos"/>
              </a:defRPr>
            </a:pPr>
            <a:r>
              <a:rPr lang="en-IN" dirty="0"/>
              <a:t>               https://github.com/neelamsreekar-123/PARITY-GENERATOR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>
            <a:normAutofit/>
          </a:bodyPr>
          <a:lstStyle/>
          <a:p>
            <a:pPr>
              <a:defRPr sz="3000" b="1">
                <a:solidFill>
                  <a:srgbClr val="19365D"/>
                </a:solidFill>
                <a:latin typeface="Aptos Display"/>
              </a:defRPr>
            </a:pPr>
            <a:r>
              <a:rPr sz="6000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3825379" y="5027206"/>
            <a:ext cx="3204595" cy="610196"/>
          </a:xfrm>
        </p:spPr>
        <p:txBody>
          <a:bodyPr wrap="square" anchor="t"/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794</Words>
  <Application>Microsoft Office PowerPoint</Application>
  <PresentationFormat>On-screen Show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Design and Simulation of Digital Even and Odd Parity Generator Using XOR Gates</vt:lpstr>
      <vt:lpstr>Introduction</vt:lpstr>
      <vt:lpstr>Objectives</vt:lpstr>
      <vt:lpstr>Course Outcomes (COs)</vt:lpstr>
      <vt:lpstr>Components Required</vt:lpstr>
      <vt:lpstr>Block Diagram</vt:lpstr>
      <vt:lpstr>Circuit Working</vt:lpstr>
      <vt:lpstr>Truth Table</vt:lpstr>
      <vt:lpstr>Logic Design</vt:lpstr>
      <vt:lpstr>Simulation / Implementation</vt:lpstr>
      <vt:lpstr>Advantages</vt:lpstr>
      <vt:lpstr>Limitations</vt:lpstr>
      <vt:lpstr>Applications &amp; Future Scope</vt:lpstr>
      <vt:lpstr>Conclusion</vt:lpstr>
      <vt:lpstr>Project Files / Simulation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Manideep</dc:creator>
  <cp:keywords/>
  <dc:description>generated using python-pptx</dc:description>
  <cp:lastModifiedBy>manideepsheri@outlook.com</cp:lastModifiedBy>
  <cp:revision>3</cp:revision>
  <dcterms:created xsi:type="dcterms:W3CDTF">2013-01-27T09:14:16Z</dcterms:created>
  <dcterms:modified xsi:type="dcterms:W3CDTF">2026-10-14T16:19:11Z</dcterms:modified>
  <cp:category/>
</cp:coreProperties>
</file>